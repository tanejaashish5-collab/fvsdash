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6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0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201168" cy="201168"/>
          </a:xfrm>
          <a:prstGeom prst="ellipse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5240" y="274320"/>
            <a:ext cx="201168" cy="201168"/>
          </a:xfrm>
          <a:prstGeom prst="ellipse">
            <a:avLst/>
          </a:prstGeom>
          <a:solidFill>
            <a:srgbClr val="C9A03E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0" y="274320"/>
            <a:ext cx="201168" cy="201168"/>
          </a:xfrm>
          <a:prstGeom prst="ellipse">
            <a:avLst/>
          </a:prstGeom>
          <a:solidFill>
            <a:srgbClr val="C9A03E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0" y="777240"/>
            <a:ext cx="201168" cy="201168"/>
          </a:xfrm>
          <a:prstGeom prst="ellipse">
            <a:avLst/>
          </a:prstGeom>
          <a:solidFill>
            <a:srgbClr val="C9A03E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35240" y="777240"/>
            <a:ext cx="201168" cy="201168"/>
          </a:xfrm>
          <a:prstGeom prst="ellipse">
            <a:avLst/>
          </a:prstGeom>
          <a:solidFill>
            <a:srgbClr val="C9A03E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777240"/>
            <a:ext cx="201168" cy="201168"/>
          </a:xfrm>
          <a:prstGeom prst="ellipse">
            <a:avLst/>
          </a:prstGeom>
          <a:solidFill>
            <a:srgbClr val="C9A03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502920"/>
            <a:ext cx="1920240" cy="2743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502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BRIEF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800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CHANAKYA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SUTRA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Domination Playbook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solidFill>
            <a:srgbClr val="13131F"/>
          </a:solidFill>
          <a:ln w="889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3383280"/>
            <a:ext cx="1828800" cy="320040"/>
          </a:xfrm>
          <a:prstGeom prst="rect">
            <a:avLst/>
          </a:prstGeom>
          <a:solidFill>
            <a:srgbClr val="13131F"/>
          </a:solidFill>
          <a:ln w="889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Strategy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80560" y="3383280"/>
            <a:ext cx="1828800" cy="320040"/>
          </a:xfrm>
          <a:prstGeom prst="rect">
            <a:avLst/>
          </a:prstGeom>
          <a:solidFill>
            <a:srgbClr val="13131F"/>
          </a:solidFill>
          <a:ln w="889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solidFill>
            <a:srgbClr val="13131F"/>
          </a:solidFill>
          <a:ln w="889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D0D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CHANAKYA SUTRA CHANNEL STRATEGY  •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CHANNEL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Chanakya Sutra Stands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37160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C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1.32K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 — strong start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1417320"/>
            <a:ext cx="2011680" cy="137160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87168" y="1417320"/>
            <a:ext cx="2011680" cy="54864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C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87168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VIDEOS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87168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Shorts, 1 long-form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0016" y="1417320"/>
            <a:ext cx="2011680" cy="137160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0016" y="1417320"/>
            <a:ext cx="2011680" cy="54864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C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0016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SHORT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00016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— Send Button Daba Diya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12864" y="1417320"/>
            <a:ext cx="2011680" cy="137160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12864" y="1417320"/>
            <a:ext cx="2011680" cy="54864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12864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12864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THEME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12864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908 views — 3 Fatal Mistakes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CONTENT PILLARS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1600200" cy="1417320"/>
          </a:xfrm>
          <a:prstGeom prst="rect">
            <a:avLst/>
          </a:prstGeom>
          <a:solidFill>
            <a:srgbClr val="0F1020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246120"/>
            <a:ext cx="1600200" cy="4572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Wisdom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videos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246120"/>
            <a:ext cx="1600200" cy="1417320"/>
          </a:xfrm>
          <a:prstGeom prst="rect">
            <a:avLst/>
          </a:prstGeom>
          <a:solidFill>
            <a:srgbClr val="0F1020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11680" y="3246120"/>
            <a:ext cx="1600200" cy="4572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Warfare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videos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49040" y="3246120"/>
            <a:ext cx="1600200" cy="1417320"/>
          </a:xfrm>
          <a:prstGeom prst="rect">
            <a:avLst/>
          </a:prstGeom>
          <a:solidFill>
            <a:srgbClr val="0F1020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749040" y="3246120"/>
            <a:ext cx="1600200" cy="4572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4904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Psychology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4904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videos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3246120"/>
            <a:ext cx="1600200" cy="1417320"/>
          </a:xfrm>
          <a:prstGeom prst="rect">
            <a:avLst/>
          </a:prstGeom>
          <a:solidFill>
            <a:srgbClr val="0F1020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0" y="3246120"/>
            <a:ext cx="1600200" cy="4572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Wealth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videos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246120"/>
            <a:ext cx="1600200" cy="1417320"/>
          </a:xfrm>
          <a:prstGeom prst="rect">
            <a:avLst/>
          </a:prstGeom>
          <a:solidFill>
            <a:srgbClr val="0F1020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23760" y="3246120"/>
            <a:ext cx="1600200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2376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AI Mastery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2376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video 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Owns the Space — And Their Weaknesses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053535"/>
              </p:ext>
            </p:extLst>
          </p:nvPr>
        </p:nvGraphicFramePr>
        <p:xfrm>
          <a:off x="274320" y="1325880"/>
          <a:ext cx="7772400" cy="30403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80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80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80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80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80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Acharya Prashant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Vedanta / Upanishads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lectures, no entertainment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Sadhguru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25M+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Mysticism &amp; Yoga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brand — unreplicable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 Shamani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&amp; Entrepreneurship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ancient wisdom angle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A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Beer Biceps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Podcast / Lifestyle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2M subs from controversy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A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 Gopal Das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Motivational Monk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Shallow, feel-good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Chanakya Dialogues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GEOPOLITICS (NOT philosophy!)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niche — leaves life/biz gap OPEN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 Motivation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Chanakya quotes / shorts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quality, no depth or production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Divine Tales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Mythology animation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F5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 only, no practical wisdom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1A1205"/>
          </a:solidFill>
          <a:ln w="1270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437083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INSIGHT: The Chanakya Dialogues (4.6M subs) is about MILITARY GEOPOLITICS — not life or business philosophy. The 'Chanakya for modern life' lane is wide open at scale.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Blue Ocean Nobody Has Claimed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931920" cy="3383280"/>
          </a:xfrm>
          <a:prstGeom prst="rect">
            <a:avLst/>
          </a:prstGeom>
          <a:solidFill>
            <a:srgbClr val="160A0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36576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 OCEAN  (Crowded)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Generic "motivation" Shorts in Hindi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Sadhguru-style mystical content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42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Random Chanakya quote compilations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Devotional / spiritual lecture format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Celebrity podcast (Beer Biceps lane)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3749040" cy="320040"/>
          </a:xfrm>
          <a:prstGeom prst="rect">
            <a:avLst/>
          </a:prstGeom>
          <a:solidFill>
            <a:srgbClr val="1D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Finance advice without wisdom layer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4023360" cy="3383280"/>
          </a:xfrm>
          <a:prstGeom prst="rect">
            <a:avLst/>
          </a:prstGeom>
          <a:solidFill>
            <a:srgbClr val="080F14"/>
          </a:solidFill>
          <a:ln w="1270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4023360" cy="36576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YOUR BLUE OCEAN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856232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Arthashastra for founders &amp; leaders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2249424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Chanakya × modern business strategy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2642616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6426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Vedas / Upanishads for self-mastery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3035808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"Dark Art" psychology of power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429000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Cinematic, faceless, premium production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3822192"/>
            <a:ext cx="3840480" cy="320040"/>
          </a:xfrm>
          <a:prstGeom prst="rect">
            <a:avLst/>
          </a:prstGeom>
          <a:solidFill>
            <a:srgbClr val="0D1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F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Hindi + English dual-language content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POSITIONING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Brand Identity to 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1188720"/>
          </a:xfrm>
          <a:prstGeom prst="rect">
            <a:avLst/>
          </a:prstGeom>
          <a:solidFill>
            <a:srgbClr val="0F0B02"/>
          </a:solidFill>
          <a:ln w="1905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54864" cy="1188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"India's premium ancient strategy channel — Chanakya's 2,300-year wisdom decoded for the modern founder, leader, and power player."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724912"/>
            <a:ext cx="4114800" cy="10515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Think: Chanakya meets Naval Ravikant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1638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Indian strategy + modern mental models, no spiritual gatekeeping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724912"/>
            <a:ext cx="4114800" cy="10515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Tone: The Dark Art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31638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control, strategy, enemies, money — unapologetically ambitious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4114800" cy="10515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Audience: Aspirational India + Diaspora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3525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 with English editions to capture global 30M+ diaspora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913632"/>
            <a:ext cx="4114800" cy="10515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Format: Cinematic + Faceless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3525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visuals + ElevenLabs voice — the brand IS Chanakya, not a person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CONTENT PILLARS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Content Pillars — Including 3 Untapped Angles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993392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508760"/>
            <a:ext cx="658368" cy="201168"/>
          </a:xfrm>
          <a:prstGeom prst="rect">
            <a:avLst/>
          </a:prstGeom>
          <a:solidFill>
            <a:srgbClr val="1A200A"/>
          </a:solidFill>
          <a:ln w="635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26464" y="1508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92608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Niti — Modern Life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31343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 &amp; Enemies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" y="25603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Office Warfare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2807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Relationships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95728" y="141732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95728" y="1417320"/>
            <a:ext cx="1993392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39312" y="1508760"/>
            <a:ext cx="658368" cy="201168"/>
          </a:xfrm>
          <a:prstGeom prst="rect">
            <a:avLst/>
          </a:prstGeom>
          <a:solidFill>
            <a:srgbClr val="1A200A"/>
          </a:solidFill>
          <a:ln w="635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39312" y="1508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505456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Arthashastra — Business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05456" y="231343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Startup strategy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05456" y="25603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Negotiation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05456" y="2807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Money &amp; wealth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08576" y="141732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08576" y="1417320"/>
            <a:ext cx="1993392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1508760"/>
            <a:ext cx="658368" cy="201168"/>
          </a:xfrm>
          <a:prstGeom prst="rect">
            <a:avLst/>
          </a:prstGeom>
          <a:solidFill>
            <a:srgbClr val="1A200A"/>
          </a:solidFill>
          <a:ln w="635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1508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718304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03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0016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Psychology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231343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Manipulation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8304" y="25603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Persuasion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18304" y="2807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Reading people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21424" y="141732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21424" y="1417320"/>
            <a:ext cx="1993392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65008" y="1508760"/>
            <a:ext cx="658368" cy="201168"/>
          </a:xfrm>
          <a:prstGeom prst="rect">
            <a:avLst/>
          </a:prstGeom>
          <a:solidFill>
            <a:srgbClr val="0A1020"/>
          </a:solidFill>
          <a:ln w="63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65008" y="1508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931152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🔆 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12864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Vedas — Cosmic Framework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31152" y="231343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Purpose &amp; dharma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31152" y="25603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Laws of nature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31152" y="2807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Ancient science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" y="329184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82880" y="3291840"/>
            <a:ext cx="1993392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3383280"/>
            <a:ext cx="658368" cy="201168"/>
          </a:xfrm>
          <a:prstGeom prst="rect">
            <a:avLst/>
          </a:prstGeom>
          <a:solidFill>
            <a:srgbClr val="0A1020"/>
          </a:solidFill>
          <a:ln w="63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426464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92608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05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36758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Upanishads — Self-Mastery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92608" y="41879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Consciousness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92608" y="44348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Identity &amp; ego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92608" y="468172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Inner power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95728" y="329184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395728" y="3291840"/>
            <a:ext cx="1993392" cy="45720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39312" y="3383280"/>
            <a:ext cx="658368" cy="201168"/>
          </a:xfrm>
          <a:prstGeom prst="rect">
            <a:avLst/>
          </a:prstGeom>
          <a:solidFill>
            <a:srgbClr val="0A1020"/>
          </a:solidFill>
          <a:ln w="63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39312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05456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06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487168" y="36758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vs. World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505456" y="41879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vs. Machiavelli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05456" y="44348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vs. Sun Tzu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05456" y="468172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vs. Stoicism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08576" y="3291840"/>
            <a:ext cx="1993392" cy="173736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08576" y="3291840"/>
            <a:ext cx="1993392" cy="4572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852160" y="3383280"/>
            <a:ext cx="658368" cy="201168"/>
          </a:xfrm>
          <a:prstGeom prst="rect">
            <a:avLst/>
          </a:prstGeom>
          <a:solidFill>
            <a:srgbClr val="201500"/>
          </a:solidFill>
          <a:ln w="63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52160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718304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07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00016" y="36758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AI Mastery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18304" y="41879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for business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18304" y="44348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Modern power tools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18304" y="468172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Future strategy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MISSED OPPORTUNITIES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High-Potential Content Angles Nobody Is Doing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435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Arthashastra for Startups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dives into Chanakya's economic model applied to modern businesses. Virtually ZERO competition.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49040" y="1481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HIGH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435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Chanakya vs. Machiavelli vs. Sun Tzu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18888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series. Massive searchability, global interest, no Indian channel owns this angle.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229600" y="1481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HIGH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"108 Sutras" Signature Series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this concept! Build it as a definitive numbered series — subscribers will follow the journey.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4904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HIGH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9160" y="2084832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Upanishads for Self-Mastery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devotional — psychological. Frame it as ancient neuroscience. Beer Biceps touched it, but abandoned it.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798064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2862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Chanakya in English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Indian diaspora (30M+ globally) has almost no dedicated high-quality English Chanakya content.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907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MED-HIGH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798064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862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"What Chanakya Would Say About [X]"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current events — Shark Tank, geopolitics, startup failures — through Chanakya's lens.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0" y="2907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MED-HIGH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3511296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" y="3575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Vedas × Modern Science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physics, consciousness, cosmology. Rapidly growing genre with huge global curiosity.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749040" y="36210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MED-HIGH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11296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3575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Ancient Indian Psychology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 (mind), Chitta (consciousness), Gunas — explained for modern mental performance seekers.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36210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MED-HIGH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4224528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" y="4288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Chanakya for Students Series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8328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playlist with 0 vids! Massive TAM — cracking UPSC, IIT, MBA through ancient strategy.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49040" y="43342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4224528"/>
            <a:ext cx="425196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18888" y="4288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Chanakya AI Mastery (Expand)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18888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started this with 1 video. Ancient strategy + AI tools for modern advantage. Very unique positioning.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43342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LONG-FORM VIDEO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Moving From Shorts to a Full Content Machine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840480" cy="338328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840480" cy="347472"/>
          </a:xfrm>
          <a:prstGeom prst="rect">
            <a:avLst/>
          </a:prstGeom>
          <a:solidFill>
            <a:srgbClr val="1A12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LONG-FORM IS YOUR MOAT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10-100x higher ad revenue per 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YouTube search engine loves 8-20 min videos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79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 Builds deeper audience loyalty &amp; trust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Shorts become teasers for long-form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502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Anchor for email list, community, paid products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Positions you as authority, not just entertainer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325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Required for brand deals &amp; sponsorships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4297680" cy="338328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297680" cy="347472"/>
          </a:xfrm>
          <a:prstGeom prst="rect">
            <a:avLst/>
          </a:prstGeom>
          <a:solidFill>
            <a:srgbClr val="1A12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389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LONG-FORM FORMATS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4114800" cy="41148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09160" y="2048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"108 Sutras" Deep Dives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0" y="1883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sutra per video — educational, searchable, serial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4114800" cy="41148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350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09160" y="25237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Arthashastra Masterclass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512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Topic-based: negotiation, espionage, economics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2807208"/>
            <a:ext cx="4114800" cy="41148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8254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min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9160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vs. [Famous]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vs. Machiavelli, Sun Tzu, Buffett, etc.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4114800" cy="41148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3009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 min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09160" y="3474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Vedas / Upanishads Decoded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wisdom for modern psychology &amp; performance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3758184"/>
            <a:ext cx="4114800" cy="41148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776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09160" y="3950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37856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Chanakya Would Handle [startup/company/situation]"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4233672"/>
            <a:ext cx="4114800" cy="41148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09160" y="4425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Dark Art" Docuseries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75120" y="42611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narrative episodes — premium, binge-worthy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THE AUTOMATION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End-to-End: Hands-Off Content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TREND RESEARCH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(Web Search)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7744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865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competitor + trend scans, top performing hooks, keyword discovery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WRITING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(Claude)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800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1865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ElevenLabs-ready scripts with hooks, pacing notes, B-roll cues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2258568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2258568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" y="2258568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API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7744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Chanakya voice — connect ElevenLabs API to script pipeline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2258568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258568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2258568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(Canvas Skill)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cinematic PNG thumbnails generated to brand spec for each video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3145536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3145536"/>
            <a:ext cx="292608" cy="786384"/>
          </a:xfrm>
          <a:prstGeom prst="rect">
            <a:avLst/>
          </a:prstGeom>
          <a:solidFill>
            <a:srgbClr val="201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3145536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ASSEMBLY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Pictory / RunwayML / Kling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77440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SEMI-AUTO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script → AI generates visuals. Needs initial setup &amp; review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3145536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3145536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3145536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(Claude)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58000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0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variations, description, tags, hashtags, chapters — all generated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4032504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82880" y="4032504"/>
            <a:ext cx="292608" cy="786384"/>
          </a:xfrm>
          <a:prstGeom prst="rect">
            <a:avLst/>
          </a:prstGeom>
          <a:solidFill>
            <a:srgbClr val="0D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2880" y="4032504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CB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→ Notion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37744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" y="4526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pipeline tracked in Notion with publish-ready queue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63440" y="4032504"/>
            <a:ext cx="4206240" cy="786384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63440" y="4032504"/>
            <a:ext cx="292608" cy="786384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63440" y="4032504"/>
            <a:ext cx="292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02920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UPLOAD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2920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/ Manual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5800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NEAR-AUTO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200" y="4526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connection available — can be wired to auto-publish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90-DAY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1.3K to 10K Subscribers — The Battle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743200" cy="347472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43200" cy="64008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Days 1–30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" y="2103120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r>
              <a:rPr lang="en-US" sz="80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Notion content pipeline with </a:t>
            </a:r>
            <a:r>
              <a:rPr lang="en-US" sz="800" dirty="0" err="1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192" y="21214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38328" y="2542032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256032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108 Sutras master content plan (all topics)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38328" y="2980944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299923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Produce first 3 long-form videos (10-15 min each)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38328" y="3419856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343814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Vedas / Upanishads as new playlist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38328" y="3858768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87705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ElevenLabs automation + video template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38328" y="4297680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43159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2 Shorts + 1 long-form per week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154680" y="1371600"/>
            <a:ext cx="2743200" cy="347472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4680" y="1371600"/>
            <a:ext cx="2743200" cy="64008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4612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Days 31–60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6120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64408" y="2103120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9272" y="21214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English-subtitled versions of top Hindi videos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64408" y="2542032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9272" y="256032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'Chanakya vs. World' comparison series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264408" y="2980944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9272" y="299923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test thumbnail styles (Cowork generates variants)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64408" y="3419856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9272" y="343814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email list via free 'Chanakya Success Code' PDF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264408" y="3858768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9272" y="387705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Competitor monitoring — weekly Cowork brief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264408" y="4297680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19272" y="43159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3 Shorts + 2 long-form per week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080760" y="1371600"/>
            <a:ext cx="2743200" cy="3474720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0760" y="1371600"/>
            <a:ext cx="2743200" cy="64008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Days 61–90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DOMINATION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90488" y="2103120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45352" y="212140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bilingual (Hindi + English) content track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190488" y="2542032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45352" y="2560320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Release Arthashastra deep-dive series (5 episodes)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190488" y="2980944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45352" y="299923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Outreach to complementary channels for collabs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190488" y="3419856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45352" y="343814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paid community / 108 Sutras Masterclass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190488" y="3858768"/>
            <a:ext cx="2523744" cy="365760"/>
          </a:xfrm>
          <a:prstGeom prst="rect">
            <a:avLst/>
          </a:prstGeom>
          <a:solidFill>
            <a:srgbClr val="0F0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45352" y="3877056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Review analytics — double down on top performers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190488" y="4297680"/>
            <a:ext cx="2523744" cy="365760"/>
          </a:xfrm>
          <a:prstGeom prst="rect">
            <a:avLst/>
          </a:prstGeom>
          <a:solidFill>
            <a:srgbClr val="080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45352" y="431596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10K subs, first brand deal conversations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REVENUE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 ₹1Cr+ Annual Revenue Machine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45720"/>
          </a:xfrm>
          <a:prstGeom prst="rect">
            <a:avLst/>
          </a:prstGeom>
          <a:solidFill>
            <a:srgbClr val="6BCB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32688" y="18013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1K subs (now) — meaningful at 100K+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203911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₹50K–₹5L/mo at 1M views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206240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21808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Sponsorships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21808" y="18013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10K–50K subs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21808" y="203911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₹25K–₹2L per video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87752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587752"/>
            <a:ext cx="4206240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2688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Sutras Masterclass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679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2688" y="297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5K subs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32688" y="32095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₹999–₹4,999 course, high margin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587752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587752"/>
            <a:ext cx="4206240" cy="4572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21808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Strategy Playbook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2679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21808" y="297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10K subs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1808" y="32095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Digital download — ₹499–₹1,999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758184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758184"/>
            <a:ext cx="420624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2688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Community / Membership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32688" y="41422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25K+ subs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32688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₹299–₹999/mo subscription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758184"/>
            <a:ext cx="4206240" cy="1024128"/>
          </a:xfrm>
          <a:prstGeom prst="rect">
            <a:avLst/>
          </a:prstGeom>
          <a:solidFill>
            <a:srgbClr val="13131F"/>
          </a:solidFill>
          <a:ln w="889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3758184"/>
            <a:ext cx="420624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321808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/ Consulting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21808" y="41422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Brand authority built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21808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₹50K–₹5L per engagement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Immediate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5F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8321040" cy="420624"/>
          </a:xfrm>
          <a:prstGeom prst="rect">
            <a:avLst/>
          </a:prstGeom>
          <a:solidFill>
            <a:srgbClr val="1A1205"/>
          </a:solidFill>
          <a:ln w="7620">
            <a:solidFill>
              <a:srgbClr val="C9A0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420624" cy="420624"/>
          </a:xfrm>
          <a:prstGeom prst="rect">
            <a:avLst/>
          </a:prstGeom>
          <a:solidFill>
            <a:srgbClr val="C9A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Notion Content Pipeline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sets up your full content calendar, script queue, and production tracker in Notion today.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8321040" cy="420624"/>
          </a:xfrm>
          <a:prstGeom prst="rect">
            <a:avLst/>
          </a:prstGeom>
          <a:solidFill>
            <a:srgbClr val="13131F"/>
          </a:solidFill>
          <a:ln w="762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420624" cy="420624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79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First Long-Form Video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 from the 108 Sutras series — I write the full script, design thumbnail, create metadata pack.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8321040" cy="420624"/>
          </a:xfrm>
          <a:prstGeom prst="rect">
            <a:avLst/>
          </a:prstGeom>
          <a:solidFill>
            <a:srgbClr val="13131F"/>
          </a:solidFill>
          <a:ln w="762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420624" cy="420624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Vedas / Upanishads Playlist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4290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channel pillars — start the new content angles that competitors aren't covering.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8321040" cy="420624"/>
          </a:xfrm>
          <a:prstGeom prst="rect">
            <a:avLst/>
          </a:prstGeom>
          <a:solidFill>
            <a:srgbClr val="13131F"/>
          </a:solidFill>
          <a:ln w="762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Automated Weekly Research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38862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runs a scheduled brief every Monday — top trends, competitor moves, best hooks.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8321040" cy="420624"/>
          </a:xfrm>
          <a:prstGeom prst="rect">
            <a:avLst/>
          </a:prstGeom>
          <a:solidFill>
            <a:srgbClr val="13131F"/>
          </a:solidFill>
          <a:ln w="762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420624" cy="420624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English Version Pipeline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43434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draft English scripts and subtitles to open the diaspora &amp; global audience for your existing content.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8640" y="462686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Art of Power is already yours — now let's automate the machine that spreads it.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1690</Words>
  <Application>Microsoft Macintosh PowerPoint</Application>
  <PresentationFormat>On-screen Show (16:9)</PresentationFormat>
  <Paragraphs>356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Chanakya Sutra: The Domination Playbook</dc:title>
  <dc:subject>PptxGenJS Presentation</dc:subject>
  <dc:creator>PptxGenJS</dc:creator>
  <cp:lastModifiedBy>Ashish</cp:lastModifiedBy>
  <cp:revision>2</cp:revision>
  <dcterms:created xsi:type="dcterms:W3CDTF">2026-03-15T11:08:29Z</dcterms:created>
  <dcterms:modified xsi:type="dcterms:W3CDTF">2026-03-15T11:18:25Z</dcterms:modified>
</cp:coreProperties>
</file>